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CFEDFF"/>
                </a:solidFill>
                <a:latin typeface="Karla"/>
              </a:defRPr>
            </a:pPr>
            <a:r>
              <a:t>On-demand delivery platform for neighborhood water refill stations.</a:t>
            </a:r>
            <a:br/>
            <a:r>
              <a:t>Scan nearby stations, compare refill prices, and eliminate the 20kg hauling struggle.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CFEDFF"/>
                </a:solidFill>
                <a:latin typeface="Karla"/>
              </a:defRPr>
            </a:pPr>
            <a:r>
              <a:t>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719"/>
              </a:lnSpc>
              <a:spcAft>
                <a:spcPts val="0"/>
              </a:spcAft>
              <a:defRPr sz="3100" b="1">
                <a:solidFill>
                  <a:srgbClr val="1E293B"/>
                </a:solidFill>
                <a:latin typeface="Fredoka"/>
              </a:defRPr>
            </a:pPr>
            <a:r>
              <a:t>The Problem: Water Refill Station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urban Kenyans rely on local refill stations for clean 20L drinking water. But getting it home is exhausting: walking with empties, carrying 20kg back, or bargaining with random street bodas.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🚶‍♂️  The Exhausting "20kg Walk"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get clean drinking water, customers must carry an empty 20L bottle, walk to a neighborhood refill shop, wait in line, and physically haul a back-breaking 20kg (44 lbs) refilled container back home on foot — often climbing several flights of apartment stairs.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🏍️  The Inconvenient Boda Compromise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avoid the 20kg walk, customers must walk to a roadside stage, hail a motorbike rider, haggle over arbitrary fares, and dangerously balance a 20L bottle on the bike — turning an affordable KSh 80 refill into an expensive, risky ordeal.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🏪  Refill Stations Lack Delivery Fleets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Neighborhood water refill shops and ATMs have pure purification capacity, but operate strictly as walk-in counters. With no delivery fleet or dispatch tools, they cannot reach busy families, offices, or customers living beyond walking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🔍  Blind Discovery &amp; Price Opacity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Customers cannot easily scan or compare nearby refill stations (prices vary from KSh 60 to KSh 120+). They have no way to verify station operating status, track queue times, or coordinate reliable empty bottle exchanges.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Solution: On-Demand Refill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64748B"/>
                </a:solidFill>
                <a:latin typeface="Karla"/>
              </a:defRPr>
            </a:pPr>
            <a:r>
              <a:t>Drop bridges the gap between water refill stations and thirsty households — scan nearby stations, compare prices in real time, and get heavy 20L bottles delivered straight to your door.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Scan nearby refill stations on the map, compare live prices, order 20L refills with one tap, pay via M-Pesa, and get heavy bottles delivered straight to your 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Equips stationary water refill shops with a turnkey on-demand delivery arm — manage orders, track bottle inventory, dispatch riders, and grow far beyond walk-in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Enables motorbike riders to accept delivery jobs, collect customer empties, exchange them at partner refill stations, and earn steady income handling the heavy hauling.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refill station management, bottle float tracking, live dispatch, and automated financial settlements.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Total Addressable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Entire Kenya Water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Total annual expenditure on water supply &amp; sanitation across Kenya — formal public utilities, private tankers, water kiosks, and vendors (WASREB &amp; World Bank estimates).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451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Available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Urban 20L Refill &amp; Packaged Water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Annual market for packaged and vended 20L refill water across Kenya's urban and peri-urban centers, serving households and businesses requiring clean drinking water.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1609344"/>
            <a:ext cx="3017520" cy="621792"/>
          </a:xfrm>
          <a:prstGeom prst="roundRect">
            <a:avLst/>
          </a:prstGeom>
          <a:solidFill>
            <a:srgbClr val="CF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27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Obtainable 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Nairobi Metro Beachhead (24 Mo)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Immediate 24-month serviceable capture: 1.8M households across Nairobi metro and high-density satellite towns (Rongai, Ngong, Ruiru, Kiambu) ordering 2–4 refills/week.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Kenya Population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KNBS &amp; World Bank (2024/25)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83.5%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Smartphone 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Communications Authority (CA)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34M+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Active M-Pesa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Safaricom Annual Report FY24/25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Rely on Non-Tap / Refills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WASREB 18th Report (42% piped safe)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0819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📊 All metrics verified against official sources: Water Services Regulatory Board (WASREB) 18th Impact Report • Safaricom PLC Annual Reports • Communications Authority of Kenya (CA) • KNBS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Works: Doorstep Refill in 6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Scan &amp; 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opens Drop, scans nearby water refill stations on the live map, and compares real-time refill prices.</a:t>
            </a:r>
          </a:p>
        </p:txBody>
      </p:sp>
      <p:sp>
        <p:nvSpPr>
          <p:cNvPr id="7" name="Oval 6"/>
          <p:cNvSpPr/>
          <p:nvPr/>
        </p:nvSpPr>
        <p:spPr>
          <a:xfrm>
            <a:off x="4389120" y="178308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Order &amp; Pay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selects 20L refill quantity, specifies empty bottle exchange, and checks out securely via M-Pesa SIM Tool Kit (STK) Push.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78308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Two-tier dispatch broadcasts the delivery to station-employed riders or nearby freelance gig riders.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Pickup Empties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Rider collects customer's empty 20L bottles from their doorstep and takes them to the chosen refill station.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425196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Doorstep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tracks rider GPS (Global Positioning System) in real time. Rider climbs stairs and delivers the heavy 20kg bottles directly into the home.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25196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Settle &amp;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Instant revenue split credits vendor and rider M-Pesa wallets. Digital bottle ledger updates with zero deposit disputes.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5% on retail (Business-to-Consumer)</a:t>
            </a:r>
            <a:br/>
            <a:r>
              <a:t>5% on wholesale (Business-to-Business)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6DB0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Automated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Framework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Database + PostGIS + H3 Spatial Indexing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Object-Relational Mapping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(Publish/Subscribe, Job Queues, Rate Limiting)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Asynchronous Background Job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(SIM Tool Kit) Push / Business-to-Consumer (B2C)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Amazon Web Services (AWS) Simple Storage Service (S3)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JSON Web Token (JWT)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Error Monitoring  •  Prometheus Metrics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Software Development Kit (SDK)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 (File-Based Navigation)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Styling  •  TanStack Query v5 Data Fetching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 Architecture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Client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Live WebSocket Location Streaming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(Operations Console Web Application)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CSS v4  •  Recharts Visualizations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Cloud Deployment (Operations 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70"/>
              </a:lnSpc>
              <a:spcAft>
                <a:spcPts val="0"/>
              </a:spcAft>
              <a:defRPr sz="105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Backend-for-Frontend (BFF) — the browser never holds an Application Programming Interface (API) token.</a:t>
            </a:r>
            <a:br/>
            <a:r>
              <a:t>Geospatial: Uber H3 spatial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Know Your Customer (KYC) Verification  •  Live Map</a:t>
            </a:r>
            <a:br/>
            <a:r>
              <a:t>Catalogue  •  Bottle Float Ledger  •  Vendor Verification  •  Disputes</a:t>
            </a:r>
            <a:br/>
            <a:r>
              <a:t>Reviews  •  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database through Application Programming Interface (API) to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JSON Web Token (JWT)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Know Your Customer (KYC)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Backend-for-Frontend (BFF) architecture — browser never holds Application Programming Interface (API)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Abstract Syntax Tree (AST)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(Global Positioning System)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in Ngong + Nairobi satellite towns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water vendors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beta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Grow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Wholesale (Business-to-Business) launch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Subscription model for offices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Kenyan cities (Mombasa, Kisumu, etc.)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for water corporates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East Africa expansion (Uganda &amp; Tanzania)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Financial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5,000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35.3M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4.29M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1.47M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0.68M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334M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33.1M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6.9M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14.2M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37360"/>
            <a:ext cx="338328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3.9B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339M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57.6M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840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216.5M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Android Application Packages (APKs) available for download on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Comprehensive test suite with Abstract Syntax Tree (AST) structural walkers. Continuous Integration (CI/CD)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Operations console with Know Your Customer (KYC), disputes, reconciliation, delivery replay, and financial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Clerk authentication, Backend-for-Frontend (BFF) pattern, encrypted Personally Identifiable Information (PII), audited mutations.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006DB0"/>
                </a:solidFill>
                <a:latin typeface="Fredoka"/>
              </a:defRPr>
            </a:pPr>
            <a:r>
              <a:t>Seed Round: KSH 15M (~$115K US Dollars / USD)</a:t>
            </a:r>
          </a:p>
          <a:p>
            <a:pPr algn="ctr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18-month runway to achieve product-market fit and reach 25,000 monthly orders</a:t>
            </a:r>
          </a:p>
        </p:txBody>
      </p:sp>
      <p:sp>
        <p:nvSpPr>
          <p:cNvPr id="5" name="Oval 4"/>
          <p:cNvSpPr/>
          <p:nvPr/>
        </p:nvSpPr>
        <p:spPr>
          <a:xfrm>
            <a:off x="150876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customer acquisition, and market activation across Nairobi satellite towns.</a:t>
            </a:r>
          </a:p>
        </p:txBody>
      </p:sp>
      <p:sp>
        <p:nvSpPr>
          <p:cNvPr id="8" name="Oval 7"/>
          <p:cNvSpPr/>
          <p:nvPr/>
        </p:nvSpPr>
        <p:spPr>
          <a:xfrm>
            <a:off x="434340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Android and iOS mobile builds, Google Play Store listing, push notifications, payment edge cases, and performance.</a:t>
            </a:r>
          </a:p>
        </p:txBody>
      </p:sp>
      <p:sp>
        <p:nvSpPr>
          <p:cNvPr id="11" name="Oval 10"/>
          <p:cNvSpPr/>
          <p:nvPr/>
        </p:nvSpPr>
        <p:spPr>
          <a:xfrm>
            <a:off x="717804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Cloud hosting, Neon PostgreSQL database, Redis cache, Amazon Web Services (AWS) S3 storage, and Clerk authentication.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1001268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Business registration, M-Pesa partnership agreements, data protection compliance (Kenya Data Protection Act), and insurance.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CFED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📱  Beta Android App (APK) Downloads: Available on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